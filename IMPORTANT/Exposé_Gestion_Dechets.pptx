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Développement d’une plateforme web de gestion des déchets au Togo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Projet réalisé par [Ton Nom]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Contexte : Enjeux de la gestion des déchets au Togo.</a:t>
            </a:r>
          </a:p>
          <a:p>
            <a:pPr/>
            <a:r>
              <a:t>Problématique : Manque de suivi et de coordination.</a:t>
            </a:r>
          </a:p>
          <a:p>
            <a:pPr/>
            <a:r>
              <a:t>Objectif : Plateforme numérique pour la collecte, la gestion et la supervision des déchets.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Méthodologie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Technologies : PHP, MySQL, HTML/CSS, JavaScript, PHPMailer.</a:t>
            </a:r>
          </a:p>
          <a:p>
            <a:pPr/>
            <a:r>
              <a:t>Outils : WampServer, MySQL Workbench, ZeosLib.</a:t>
            </a:r>
          </a:p>
          <a:p>
            <a:pPr/>
            <a:r>
              <a:t>Méthode de développement : Cycle en V, prototypage et intégration.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de la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Rôles : Citoyen, Collecteur, Entreprise, Gestionnaire, Admin.</a:t>
            </a:r>
          </a:p>
          <a:p>
            <a:pPr/>
            <a:r>
              <a:t>Modules : Authentification, Collecte, Notifications, Statistiques, Avis, Messagerie.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Tables principales : utilisateurs, collecteurs, demandes, avis, messages.</a:t>
            </a:r>
          </a:p>
          <a:p>
            <a:pPr/>
            <a:r>
              <a:t>Contraintes : relations entre rôles et données, ENUMs, clés étrangères.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Fonctionnalités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Tableau de bord dynamique (admin).</a:t>
            </a:r>
          </a:p>
          <a:p>
            <a:pPr/>
            <a:r>
              <a:t>Demande de collecte avec photo et géolocalisation.</a:t>
            </a:r>
          </a:p>
          <a:p>
            <a:pPr/>
            <a:r>
              <a:t>Messagerie interne et notifications en temps réel.</a:t>
            </a:r>
          </a:p>
          <a:p>
            <a:pPr/>
            <a:r>
              <a:t>Système d’avis sur les collecteurs.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et ergonomie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Interface moderne et responsive.</a:t>
            </a:r>
          </a:p>
          <a:p>
            <a:pPr/>
            <a:r>
              <a:t>Icônes et codes couleur par rôle.</a:t>
            </a:r>
          </a:p>
          <a:p>
            <a:pPr/>
            <a:r>
              <a:t>Utilisation intuitive pour chaque type d'utilisateur.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Résultats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Plateforme fonctionnelle et fluide.</a:t>
            </a:r>
          </a:p>
          <a:p>
            <a:pPr/>
            <a:r>
              <a:t>Réduction du délai de traitement des demandes.</a:t>
            </a:r>
          </a:p>
          <a:p>
            <a:pPr/>
            <a:r>
              <a:t>Suivi amélioré des opérations de collecte.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Limites et 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Limites : Pas de version mobile native, pas de carte temps réel.</a:t>
            </a:r>
          </a:p>
          <a:p>
            <a:pPr/>
            <a:r>
              <a:t>Perspectives : Appli Flutter, notifications SMS, IA pour prédiction.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Projet innovant pour un enjeu environnemental réel.</a:t>
            </a:r>
          </a:p>
          <a:p>
            <a:pPr/>
            <a:r>
              <a:t>Solution adaptable à d'autres villes/pays.</a:t>
            </a:r>
          </a:p>
          <a:p>
            <a:pPr/>
            <a:r>
              <a:t>Démonstration de compétences en développement fullstack.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